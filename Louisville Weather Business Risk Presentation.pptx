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26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80944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Risk Monitor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Pipeline &amp; Interactive Analytics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2980944"/>
            <a:ext cx="9144000" cy="2162556"/>
          </a:xfrm>
          <a:prstGeom prst="rect">
            <a:avLst/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Oluwatosin Adelusi  •  Louisville, KY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5478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Open-Meteo API  •  Supabase PostgreSQL  •  Plotly Dash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136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Capstone  •  Week 5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businesses need proactive weather risk intelligence — not reactive damage control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visibility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554480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currently have no automated way to see how upcoming weather will impact operations across 5 key sectors.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01768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disruptions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1554480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High-wind or heavy-rain days cause delivery delays, route failures, and staffing shortfalls — often discovered too late.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demand spikes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31012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operators lack advance notice of HDD/CDD spikes, making grid balancing and demand planning reactive rather than proactive.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01768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risk 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01768" y="3310128"/>
            <a:ext cx="3840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dashboard covers Utilities, Retail, Logistics, Tourism, and Insurance simultaneously against a 16-day forecast window.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526280"/>
            <a:ext cx="8412480" cy="201168"/>
          </a:xfrm>
          <a:prstGeom prst="roundRect">
            <a:avLst>
              <a:gd name="adj" fmla="val 36364"/>
            </a:avLst>
          </a:prstGeom>
          <a:solidFill>
            <a:srgbClr val="EBF3FB"/>
          </a:solidFill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an automated 16-day early-warning system: proactive risk assessments for 5 business sectors — before events happen.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 ·  one pipeline script  ·  one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No key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Louisville, KY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04288" y="173736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8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1097280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1704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ETL_script.py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182880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Load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53128" y="173736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8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1704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01968" y="173736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8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12280" y="1097280"/>
            <a:ext cx="1938528" cy="1874520"/>
          </a:xfrm>
          <a:prstGeom prst="roundRect">
            <a:avLst>
              <a:gd name="adj" fmla="val 3415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1170432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dash_app.py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455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Variables Fetched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temperature_2m_max / min / mean  (°F)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precipitation_sum  (inches)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wind_speed_max  (mph)  ·  humidity_2m  (%)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79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weather_code (WMO)  ·  uv_index  ·  sunrise/sunset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CSV Files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456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weather_code.csv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21 WMO code descriptions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730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location.csv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3730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Louisville coordinates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4005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sector.csv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4005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 business sector definitions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sector_weather_sensitivity.csv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4279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per-sector risk rules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— 9 Stages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· Validate · Clean · Enrich · Validate · Aggregate · Load CSV · Load DB · Verify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43000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71016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71016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71016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Raw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71016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API checks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093976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21992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221992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21992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coerce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044952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72968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172968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72968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WMO code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95928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23944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23944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123944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Clean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23944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quality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46904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74920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74920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074920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74920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897880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25896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25896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025896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025896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48856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76872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76872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76872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DB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76872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799832" y="1828800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27848" y="1078992"/>
            <a:ext cx="822960" cy="192024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27848" y="1143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927848" y="1572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927848" y="20665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576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511296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36210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daily_weather_forecast.csv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4059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append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496312" y="3511296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33472" y="36210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weekly_weather_summary.csv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2633472" y="4059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aggregation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72584" y="3511296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09744" y="36210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 — 7 tables loaded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09744" y="4059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 per run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48856" y="3511296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986016" y="362102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 app — localhost:8050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986016" y="4059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DB queries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3NF PostgreSQL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· normalised to Third Normal Form · hosted on Supabase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724912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" y="11155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26464"/>
            <a:ext cx="27249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51790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location_id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1828800"/>
            <a:ext cx="2505456" cy="0"/>
          </a:xfrm>
          <a:prstGeom prst="line">
            <a:avLst/>
          </a:prstGeom>
          <a:noFill/>
          <a:ln w="635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" y="1901952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Louisville, KY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078992"/>
            <a:ext cx="2724912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9272" y="11155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426464"/>
            <a:ext cx="27249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151790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weather_code_id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55848" y="1828800"/>
            <a:ext cx="2505456" cy="0"/>
          </a:xfrm>
          <a:prstGeom prst="line">
            <a:avLst/>
          </a:prstGeom>
          <a:noFill/>
          <a:ln w="635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1901952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WMO descriptions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078992"/>
            <a:ext cx="2724912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45352" y="111556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426464"/>
            <a:ext cx="27249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81928" y="151790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sector_id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81928" y="1828800"/>
            <a:ext cx="2505456" cy="0"/>
          </a:xfrm>
          <a:prstGeom prst="line">
            <a:avLst/>
          </a:prstGeom>
          <a:noFill/>
          <a:ln w="635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81928" y="1901952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sectors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2724912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3192" y="28529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weather_observation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163824"/>
            <a:ext cx="27249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" y="32552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observation_id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" y="3566160"/>
            <a:ext cx="2505456" cy="0"/>
          </a:xfrm>
          <a:prstGeom prst="line">
            <a:avLst/>
          </a:prstGeom>
          <a:noFill/>
          <a:ln w="635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" y="3639312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forecast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2816352"/>
            <a:ext cx="2724912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19272" y="28529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risk_metric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3163824"/>
            <a:ext cx="27249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55848" y="32552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risk_id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55848" y="3566160"/>
            <a:ext cx="2505456" cy="0"/>
          </a:xfrm>
          <a:prstGeom prst="line">
            <a:avLst/>
          </a:prstGeom>
          <a:noFill/>
          <a:ln w="635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55848" y="3639312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HDD/CDD + flags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2816352"/>
            <a:ext cx="2724912" cy="347472"/>
          </a:xfrm>
          <a:prstGeom prst="roundRect">
            <a:avLst>
              <a:gd name="adj" fmla="val 13158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45352" y="28529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sector_weather_sensitivity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3163824"/>
            <a:ext cx="2724912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81928" y="325526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6D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sensitivity_id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81928" y="3566160"/>
            <a:ext cx="2505456" cy="0"/>
          </a:xfrm>
          <a:prstGeom prst="line">
            <a:avLst/>
          </a:prstGeom>
          <a:noFill/>
          <a:ln w="635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81928" y="3639312"/>
            <a:ext cx="2505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per-sector rules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572000"/>
            <a:ext cx="8503920" cy="164592"/>
          </a:xfrm>
          <a:prstGeom prst="roundRect">
            <a:avLst>
              <a:gd name="adj" fmla="val 44444"/>
            </a:avLst>
          </a:prstGeom>
          <a:solidFill>
            <a:srgbClr val="EBF3FB"/>
          </a:solidFill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5720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sector_daily_impact  ·  PK: impact_id  ·  FK: observation_id + sector_id  ·  80 rows  (16 days × 5 sectors)  ·  impact_level: low / moderate / high / severe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tables · Primary keys · Foreign key relationships · Cardinality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pic>
        <p:nvPicPr>
          <p:cNvPr id="8" name="Image 0" descr="/sessions/upbeat-youthful-cannon/mnt/outputs/erd_diagra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822960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Validation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rounds of validation — raw API · clean data · post-load verification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724912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Raw Response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157276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must be a dictionary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04825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data key present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25237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fields exist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299923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 forecast day returned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078992"/>
            <a:ext cx="2724912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1155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Clean Data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46304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64992" y="157276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columns present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64992" y="204825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 in critical fields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64992" y="25237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temp_max ≥ temp_min (business rule)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299923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Temperatures within −60°F to 130°F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4992" y="347472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precipitation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64992" y="395020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date keys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1078992"/>
            <a:ext cx="2724912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111556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Post-Load Verification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1463040"/>
            <a:ext cx="2724912" cy="324612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45352" y="1572768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match for all 7 tables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45352" y="204825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 reconciliation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45352" y="25237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MISMATCH logged per table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5352" y="2999232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fails loudly — never silently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 — Plotly Dash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 · 5 interactive charts · 3 dynamic filters · live Supabase queries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33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107899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29968" y="1133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29968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9896" y="107899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9896" y="1133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39896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9824" y="107899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9824" y="1133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49824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rows queried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59752" y="1078992"/>
            <a:ext cx="1572768" cy="96012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9752" y="113385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59752" y="16276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days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21284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2542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Mean / Min — 16-day line chart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99008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063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Chart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319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colour-coded calm → severe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76732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840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Heatmap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0965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sectors × 16 days impact matrix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21284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542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rainfall by category (bar chart)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990088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30632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&amp; Humidity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319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Dual-axis: wind mph + humidity 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62686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Date Range Picker  ·  Sector Checklist  ·  Risk Level Dropdown  —  all callbacks update every chart simultaneously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16-day forecast actually tell each sector?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20700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152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High-wind days flagged 16 days in advance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15214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with wind &gt; 25 mph or rain &gt; 1 in trigger High impact. Dispatch teams pre-plan routing before the event.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10512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193852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1883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HDD/CDD spikes predict energy demand weeks out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88366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&amp; Cooling Degree Days computed daily. Grid operators see demand ramps before they happen.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267004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670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2615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composite drives event risk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61518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wind, rain, and temp extremes combine, Tourism registers Severe impact  venue managers get early warning.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73552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340156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401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 days linked to foot traffic drop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4670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&gt; 1 inch triggers Moderate retail impact  stores adjust staffing and promotions in advance.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005072"/>
            <a:ext cx="8503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84048" y="413308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133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4078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risk visible on a 16-day horizon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7822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 composite elevates Insurance to High impact  adjusters pre-positioned before storms arrive.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How They Were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229600" cy="0"/>
          </a:xfrm>
          <a:prstGeom prst="line">
            <a:avLst/>
          </a:prstGeom>
          <a:noFill/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4A8FC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Louisville Weather &amp; Business Risk Monitor  ·  Oluwatosin Adelusi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50976"/>
            <a:ext cx="347472" cy="34747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950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896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data from the Open-Meteo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133856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1704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the free Open-Meteo REST API (no key required) using Python requests. Mapped daily parameters — temp, precipitation, wind, UV, WMO codes — into clean pandas DataFrames with consistent types and timestamps.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002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709928"/>
            <a:ext cx="347472" cy="34747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1655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structuring the raw API response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892808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19293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returns nested JSON (hourly vs. daily keys). Wrote a dedicated extraction function to flatten the daily block and align all 14 variables into a single row per forecast day before any transformation.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59152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347472" cy="34747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2414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built the dashboard in Power BI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651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26883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proposal used Power BI Desktop connected to CSV files. This worked for static snapshots but required manual refresh, had no Python integration, and could not query a live PostgreSQL database.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18104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227832"/>
            <a:ext cx="347472" cy="34747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227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" y="3172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limitations led to the switch to Plotly Dash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410712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" y="34472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could not connect to Supabase PostgreSQL directly and lacked callback interactivity. Migrated to Plotly Dash — full Python control, live DB queries, and all 3 filters update 5 charts simultaneously via callbacks.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77056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8D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" y="3986784"/>
            <a:ext cx="347472" cy="34747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2688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Re-building all visualisations after the Power BI → Dash migration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169664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2688" y="42062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(temperature trend, precipitation bars, risk score, wind/humidity dual-axis, sector heatmap) was rebuilt in Plotly Express/Graph Objects. Dash delivered richer interactivity than Power BI with less manual effort.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B3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3200400" y="1554480"/>
            <a:ext cx="2743200" cy="0"/>
          </a:xfrm>
          <a:prstGeom prst="line">
            <a:avLst/>
          </a:prstGeom>
          <a:noFill/>
          <a:ln w="1905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  →  ETL_script.py (Python)  →  Supabase PostgreSQL  →  Plotly Dash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2E6DA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B3A6B"/>
          </a:solidFill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163824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21408" y="310896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B3A6B"/>
          </a:solidFill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21408" y="3163824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21408" y="3794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Stages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85616" y="310896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B3A6B"/>
          </a:solidFill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85616" y="3163824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85616" y="3794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9824" y="310896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B3A6B"/>
          </a:solidFill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9824" y="3163824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49824" y="3794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Sectors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14032" y="3108960"/>
            <a:ext cx="1481328" cy="1234440"/>
          </a:xfrm>
          <a:prstGeom prst="roundRect">
            <a:avLst>
              <a:gd name="adj" fmla="val 5185"/>
            </a:avLst>
          </a:prstGeom>
          <a:solidFill>
            <a:srgbClr val="1B3A6B"/>
          </a:solidFill>
          <a:ln w="12700">
            <a:solidFill>
              <a:srgbClr val="4A8F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14032" y="3163824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114032" y="37947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Impact Rows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8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Oluwatosin Adelusi  ·  Data Engineering Capstone  ·  Week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1338</Words>
  <Application>Microsoft Office PowerPoint</Application>
  <PresentationFormat>On-screen Show (16:9)</PresentationFormat>
  <Paragraphs>250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Louisville Weather and Business Risk Monitor</dc:title>
  <dc:subject>PptxGenJS Presentation</dc:subject>
  <dc:creator>Oluwatosin Adelusi</dc:creator>
  <cp:lastModifiedBy>Oluwatosin Adelusi</cp:lastModifiedBy>
  <cp:revision>2</cp:revision>
  <dcterms:created xsi:type="dcterms:W3CDTF">2026-06-10T23:21:39Z</dcterms:created>
  <dcterms:modified xsi:type="dcterms:W3CDTF">2026-06-10T23:25:14Z</dcterms:modified>
</cp:coreProperties>
</file>